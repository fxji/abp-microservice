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5"/>
  </p:notesMasterIdLst>
  <p:sldIdLst>
    <p:sldId id="278" r:id="rId2"/>
    <p:sldId id="280" r:id="rId3"/>
    <p:sldId id="281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58D0FED-EB4E-4AAF-B65F-56AA26905AA2}">
          <p14:sldIdLst>
            <p14:sldId id="278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519D98-D8AC-498E-A89C-0F7302D5E28E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AE9EDB-FAA5-4A84-BEDD-034507A919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386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reas with enumeration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9C18D4-68FF-00E9-19CB-AFDE760E8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Headline in 30 point, orange, regular, only 1 line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EB1DBF1-F8AC-0D85-8FF0-814295371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827AF"/>
                </a:solidFill>
                <a:effectLst/>
                <a:uLnTx/>
                <a:uFillTx/>
                <a:latin typeface="AUMOVIO Office"/>
                <a:ea typeface="+mn-ea"/>
                <a:cs typeface="+mn-cs"/>
              </a:rPr>
              <a:t>September 2025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B1CC04-E18D-E926-DE9C-A0C94E664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827AF"/>
                </a:solidFill>
                <a:effectLst/>
                <a:uLnTx/>
                <a:uFillTx/>
                <a:latin typeface="AUMOVIO Office"/>
                <a:ea typeface="+mn-ea"/>
                <a:cs typeface="+mn-cs"/>
              </a:rPr>
              <a:t>Company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DCBE42-7EEA-98F2-A825-33E62652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AA9976-F1F1-4B61-8A7D-E40EF9C545B2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4827AF"/>
                </a:solidFill>
                <a:effectLst/>
                <a:uLnTx/>
                <a:uFillTx/>
                <a:latin typeface="AUMOVIO Offic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827AF"/>
              </a:solidFill>
              <a:effectLst/>
              <a:uLnTx/>
              <a:uFillTx/>
              <a:latin typeface="AUMOVIO Office"/>
              <a:ea typeface="+mn-ea"/>
              <a:cs typeface="+mn-cs"/>
            </a:endParaRP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5DC3965B-9BC9-67F1-DCA6-D58BAB36F49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4963" y="1341438"/>
            <a:ext cx="5689600" cy="4824412"/>
          </a:xfrm>
        </p:spPr>
        <p:txBody>
          <a:bodyPr/>
          <a:lstStyle>
            <a:lvl3pPr marL="268288" indent="-261938">
              <a:buFont typeface="+mj-lt"/>
              <a:buAutoNum type="arabicPeriod"/>
              <a:tabLst/>
              <a:defRPr/>
            </a:lvl3pPr>
            <a:lvl4pPr marL="541338" indent="-273050">
              <a:buFont typeface="+mj-lt"/>
              <a:buAutoNum type="alphaLcPeriod"/>
              <a:tabLst/>
              <a:defRPr/>
            </a:lvl4pPr>
            <a:lvl5pPr marL="720000" indent="-176400">
              <a:tabLst/>
              <a:defRPr/>
            </a:lvl5pPr>
            <a:lvl6pPr marL="720000" indent="-176400">
              <a:defRPr/>
            </a:lvl6pPr>
            <a:lvl7pPr marL="720000" indent="-176400">
              <a:defRPr/>
            </a:lvl7pPr>
            <a:lvl8pPr marL="720000" indent="-176400">
              <a:defRPr/>
            </a:lvl8pPr>
            <a:lvl9pPr marL="720000" indent="-176400">
              <a:defRPr/>
            </a:lvl9pPr>
          </a:lstStyle>
          <a:p>
            <a:pPr lvl="0"/>
            <a:r>
              <a:rPr lang="en-US" noProof="0"/>
              <a:t>Body text headline in 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11" name="Inhaltsplatzhalter 8">
            <a:extLst>
              <a:ext uri="{FF2B5EF4-FFF2-40B4-BE49-F238E27FC236}">
                <a16:creationId xmlns:a16="http://schemas.microsoft.com/office/drawing/2014/main" id="{6FFE206E-DE97-ACA2-7221-73B9A9CBD629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67439" y="1341438"/>
            <a:ext cx="5689600" cy="4824412"/>
          </a:xfrm>
        </p:spPr>
        <p:txBody>
          <a:bodyPr/>
          <a:lstStyle>
            <a:lvl3pPr marL="268288" indent="-261938">
              <a:buFont typeface="+mj-lt"/>
              <a:buAutoNum type="arabicPeriod"/>
              <a:tabLst/>
              <a:defRPr/>
            </a:lvl3pPr>
            <a:lvl4pPr marL="541338" indent="-273050">
              <a:buFont typeface="+mj-lt"/>
              <a:buAutoNum type="alphaLcPeriod"/>
              <a:tabLst/>
              <a:defRPr/>
            </a:lvl4pPr>
            <a:lvl5pPr marL="719138" indent="-177800">
              <a:tabLst/>
              <a:defRPr/>
            </a:lvl5pPr>
            <a:lvl6pPr marL="720000">
              <a:defRPr/>
            </a:lvl6pPr>
            <a:lvl7pPr marL="720000">
              <a:defRPr/>
            </a:lvl7pPr>
            <a:lvl8pPr marL="720000">
              <a:defRPr/>
            </a:lvl8pPr>
            <a:lvl9pPr marL="720000">
              <a:defRPr/>
            </a:lvl9pPr>
          </a:lstStyle>
          <a:p>
            <a:pPr lvl="0"/>
            <a:r>
              <a:rPr lang="en-US" noProof="0"/>
              <a:t>Body text headline in 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706BBB27-95AA-CA8A-C9FE-6CC821B6CB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702553"/>
            <a:ext cx="11522075" cy="376790"/>
          </a:xfrm>
        </p:spPr>
        <p:txBody>
          <a:bodyPr/>
          <a:lstStyle>
            <a:lvl1pPr>
              <a:lnSpc>
                <a:spcPct val="80000"/>
              </a:lnSpc>
              <a:defRPr sz="3000" b="0"/>
            </a:lvl1pPr>
          </a:lstStyle>
          <a:p>
            <a:pPr lvl="0"/>
            <a:r>
              <a:rPr lang="en-US" noProof="0" err="1"/>
              <a:t>Subheadline</a:t>
            </a:r>
            <a:r>
              <a:rPr lang="en-US" noProof="0"/>
              <a:t> in 30 point, black, regular, only 1 line</a:t>
            </a:r>
          </a:p>
        </p:txBody>
      </p:sp>
    </p:spTree>
    <p:extLst>
      <p:ext uri="{BB962C8B-B14F-4D97-AF65-F5344CB8AC3E}">
        <p14:creationId xmlns:p14="http://schemas.microsoft.com/office/powerpoint/2010/main" val="2116480695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9BBD565-E17C-4F7A-45C3-924384325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333376"/>
            <a:ext cx="11522075" cy="35877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Headline in 30 point, orange, regular, only 1 line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1B85A0F-5E9C-C78C-376B-20133125D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364343"/>
            <a:ext cx="11522075" cy="480150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noProof="0"/>
              <a:t>Body text headline in 18 point, bold </a:t>
            </a:r>
          </a:p>
          <a:p>
            <a:pPr lvl="1"/>
            <a:r>
              <a:rPr lang="en-US" noProof="0"/>
              <a:t>Body text in 18 point, regular</a:t>
            </a:r>
          </a:p>
          <a:p>
            <a:pPr lvl="2"/>
            <a:r>
              <a:rPr lang="en-US" noProof="0"/>
              <a:t>First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3"/>
            <a:r>
              <a:rPr lang="en-US" noProof="0"/>
              <a:t>Second Level Bullet</a:t>
            </a:r>
            <a:br>
              <a:rPr lang="en-US" noProof="0"/>
            </a:br>
            <a:r>
              <a:rPr lang="en-US" noProof="0"/>
              <a:t>second line</a:t>
            </a:r>
          </a:p>
          <a:p>
            <a:pPr lvl="4"/>
            <a:r>
              <a:rPr lang="en-US" noProof="0"/>
              <a:t>Third Level Bullet</a:t>
            </a:r>
          </a:p>
          <a:p>
            <a:pPr lvl="5"/>
            <a:r>
              <a:rPr lang="en-US" noProof="0"/>
              <a:t>Fourth Level Bullet</a:t>
            </a:r>
          </a:p>
          <a:p>
            <a:pPr lvl="6"/>
            <a:r>
              <a:rPr lang="en-US" noProof="0"/>
              <a:t>Fifth Level Bullet</a:t>
            </a:r>
          </a:p>
          <a:p>
            <a:pPr lvl="7"/>
            <a:r>
              <a:rPr lang="en-US" noProof="0"/>
              <a:t>Sixth Level Bullet</a:t>
            </a:r>
          </a:p>
          <a:p>
            <a:pPr lvl="8"/>
            <a:r>
              <a:rPr lang="en-US" noProof="0"/>
              <a:t>Seventh Level Bullet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70E55E-183D-1A63-282C-11FB24848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00832" y="6416585"/>
            <a:ext cx="1824344" cy="13103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lnSpc>
                <a:spcPct val="90000"/>
              </a:lnSpc>
              <a:defRPr sz="800">
                <a:solidFill>
                  <a:schemeClr val="accent3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827AF"/>
                </a:solidFill>
                <a:effectLst/>
                <a:uLnTx/>
                <a:uFillTx/>
                <a:latin typeface="AUMOVIO Office"/>
                <a:ea typeface="+mn-ea"/>
                <a:cs typeface="+mn-cs"/>
              </a:rPr>
              <a:t>September 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F6AA38-8E3B-24B0-3B5E-9717DCDACB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88879" y="6416585"/>
            <a:ext cx="2500728" cy="13103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lnSpc>
                <a:spcPct val="90000"/>
              </a:lnSpc>
              <a:defRPr sz="800">
                <a:solidFill>
                  <a:schemeClr val="accent3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827AF"/>
                </a:solidFill>
                <a:effectLst/>
                <a:uLnTx/>
                <a:uFillTx/>
                <a:latin typeface="AUMOVIO Office"/>
                <a:ea typeface="+mn-ea"/>
                <a:cs typeface="+mn-cs"/>
              </a:rPr>
              <a:t>Company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4D73CE1-8E64-5120-EA0D-90A2E46E9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3850" y="6416585"/>
            <a:ext cx="523187" cy="13103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lnSpc>
                <a:spcPct val="90000"/>
              </a:lnSpc>
              <a:defRPr sz="800">
                <a:solidFill>
                  <a:schemeClr val="accent3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AA9976-F1F1-4B61-8A7D-E40EF9C545B2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4827AF"/>
                </a:solidFill>
                <a:effectLst/>
                <a:uLnTx/>
                <a:uFillTx/>
                <a:latin typeface="AUMOVIO Offic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827AF"/>
              </a:solidFill>
              <a:effectLst/>
              <a:uLnTx/>
              <a:uFillTx/>
              <a:latin typeface="AUMOVIO Office"/>
              <a:ea typeface="+mn-ea"/>
              <a:cs typeface="+mn-cs"/>
            </a:endParaRPr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0B5CA798-BEF4-F65D-7968-6E7ABE5A59B9}"/>
              </a:ext>
            </a:extLst>
          </p:cNvPr>
          <p:cNvGrpSpPr/>
          <p:nvPr userDrawn="1"/>
        </p:nvGrpSpPr>
        <p:grpSpPr>
          <a:xfrm>
            <a:off x="334963" y="6357987"/>
            <a:ext cx="1398586" cy="170560"/>
            <a:chOff x="4937369" y="-792841"/>
            <a:chExt cx="2082799" cy="254000"/>
          </a:xfrm>
        </p:grpSpPr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9506CE2A-161C-38BE-D35D-C505B23CDCD3}"/>
                </a:ext>
              </a:extLst>
            </p:cNvPr>
            <p:cNvSpPr/>
            <p:nvPr/>
          </p:nvSpPr>
          <p:spPr>
            <a:xfrm>
              <a:off x="4937369" y="-792841"/>
              <a:ext cx="382323" cy="254000"/>
            </a:xfrm>
            <a:custGeom>
              <a:avLst/>
              <a:gdLst>
                <a:gd name="connsiteX0" fmla="*/ 324781 w 382323"/>
                <a:gd name="connsiteY0" fmla="*/ 146756 h 254000"/>
                <a:gd name="connsiteX1" fmla="*/ 282270 w 382323"/>
                <a:gd name="connsiteY1" fmla="*/ 120843 h 254000"/>
                <a:gd name="connsiteX2" fmla="*/ 25920 w 382323"/>
                <a:gd name="connsiteY2" fmla="*/ 254000 h 254000"/>
                <a:gd name="connsiteX3" fmla="*/ 0 w 382323"/>
                <a:gd name="connsiteY3" fmla="*/ 238350 h 254000"/>
                <a:gd name="connsiteX4" fmla="*/ 3888 w 382323"/>
                <a:gd name="connsiteY4" fmla="*/ 226035 h 254000"/>
                <a:gd name="connsiteX5" fmla="*/ 137896 w 382323"/>
                <a:gd name="connsiteY5" fmla="*/ 16677 h 254000"/>
                <a:gd name="connsiteX6" fmla="*/ 161741 w 382323"/>
                <a:gd name="connsiteY6" fmla="*/ 0 h 254000"/>
                <a:gd name="connsiteX7" fmla="*/ 185329 w 382323"/>
                <a:gd name="connsiteY7" fmla="*/ 20782 h 254000"/>
                <a:gd name="connsiteX8" fmla="*/ 249611 w 382323"/>
                <a:gd name="connsiteY8" fmla="*/ 174208 h 254000"/>
                <a:gd name="connsiteX9" fmla="*/ 333333 w 382323"/>
                <a:gd name="connsiteY9" fmla="*/ 254000 h 254000"/>
                <a:gd name="connsiteX10" fmla="*/ 365993 w 382323"/>
                <a:gd name="connsiteY10" fmla="*/ 254000 h 254000"/>
                <a:gd name="connsiteX11" fmla="*/ 382323 w 382323"/>
                <a:gd name="connsiteY11" fmla="*/ 238350 h 254000"/>
                <a:gd name="connsiteX12" fmla="*/ 380508 w 382323"/>
                <a:gd name="connsiteY12" fmla="*/ 231679 h 254000"/>
                <a:gd name="connsiteX13" fmla="*/ 324781 w 382323"/>
                <a:gd name="connsiteY13" fmla="*/ 14675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2323" h="254000">
                  <a:moveTo>
                    <a:pt x="324781" y="146756"/>
                  </a:moveTo>
                  <a:cubicBezTo>
                    <a:pt x="312598" y="128283"/>
                    <a:pt x="297563" y="120843"/>
                    <a:pt x="282270" y="120843"/>
                  </a:cubicBezTo>
                  <a:cubicBezTo>
                    <a:pt x="222395" y="120843"/>
                    <a:pt x="123639" y="254000"/>
                    <a:pt x="25920" y="254000"/>
                  </a:cubicBezTo>
                  <a:cubicBezTo>
                    <a:pt x="6739" y="254000"/>
                    <a:pt x="0" y="248869"/>
                    <a:pt x="0" y="238350"/>
                  </a:cubicBezTo>
                  <a:cubicBezTo>
                    <a:pt x="0" y="233732"/>
                    <a:pt x="1296" y="230139"/>
                    <a:pt x="3888" y="226035"/>
                  </a:cubicBezTo>
                  <a:lnTo>
                    <a:pt x="137896" y="16677"/>
                  </a:lnTo>
                  <a:cubicBezTo>
                    <a:pt x="144893" y="5644"/>
                    <a:pt x="152929" y="0"/>
                    <a:pt x="161741" y="0"/>
                  </a:cubicBezTo>
                  <a:cubicBezTo>
                    <a:pt x="171591" y="0"/>
                    <a:pt x="179627" y="7184"/>
                    <a:pt x="185329" y="20782"/>
                  </a:cubicBezTo>
                  <a:lnTo>
                    <a:pt x="249611" y="174208"/>
                  </a:lnTo>
                  <a:cubicBezTo>
                    <a:pt x="267496" y="216542"/>
                    <a:pt x="294712" y="254000"/>
                    <a:pt x="333333" y="254000"/>
                  </a:cubicBezTo>
                  <a:lnTo>
                    <a:pt x="365993" y="254000"/>
                  </a:lnTo>
                  <a:cubicBezTo>
                    <a:pt x="376360" y="254000"/>
                    <a:pt x="382323" y="246047"/>
                    <a:pt x="382323" y="238350"/>
                  </a:cubicBezTo>
                  <a:cubicBezTo>
                    <a:pt x="382323" y="236040"/>
                    <a:pt x="381803" y="233732"/>
                    <a:pt x="380508" y="231679"/>
                  </a:cubicBezTo>
                  <a:lnTo>
                    <a:pt x="324781" y="146756"/>
                  </a:lnTo>
                  <a:close/>
                </a:path>
              </a:pathLst>
            </a:custGeom>
            <a:solidFill>
              <a:schemeClr val="accent1"/>
            </a:solidFill>
            <a:ln w="94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UMOVIO Office"/>
                <a:ea typeface="+mn-ea"/>
                <a:cs typeface="+mn-cs"/>
              </a:endParaRPr>
            </a:p>
          </p:txBody>
        </p:sp>
        <p:grpSp>
          <p:nvGrpSpPr>
            <p:cNvPr id="22" name="Gruppieren 21">
              <a:extLst>
                <a:ext uri="{FF2B5EF4-FFF2-40B4-BE49-F238E27FC236}">
                  <a16:creationId xmlns:a16="http://schemas.microsoft.com/office/drawing/2014/main" id="{F5760F65-EBAF-4762-2F0F-D2F4E10D951B}"/>
                </a:ext>
              </a:extLst>
            </p:cNvPr>
            <p:cNvGrpSpPr/>
            <p:nvPr userDrawn="1"/>
          </p:nvGrpSpPr>
          <p:grpSpPr>
            <a:xfrm>
              <a:off x="5396922" y="-790020"/>
              <a:ext cx="1623246" cy="248355"/>
              <a:chOff x="5396922" y="-790020"/>
              <a:chExt cx="1623246" cy="248355"/>
            </a:xfrm>
            <a:solidFill>
              <a:schemeClr val="tx1"/>
            </a:solidFill>
          </p:grpSpPr>
          <p:sp>
            <p:nvSpPr>
              <p:cNvPr id="15" name="Freihandform 14">
                <a:extLst>
                  <a:ext uri="{FF2B5EF4-FFF2-40B4-BE49-F238E27FC236}">
                    <a16:creationId xmlns:a16="http://schemas.microsoft.com/office/drawing/2014/main" id="{1916766E-05E4-6854-B2B9-24B409E91D11}"/>
                  </a:ext>
                </a:extLst>
              </p:cNvPr>
              <p:cNvSpPr/>
              <p:nvPr/>
            </p:nvSpPr>
            <p:spPr>
              <a:xfrm>
                <a:off x="6767237" y="-790020"/>
                <a:ext cx="252931" cy="248355"/>
              </a:xfrm>
              <a:custGeom>
                <a:avLst/>
                <a:gdLst>
                  <a:gd name="connsiteX0" fmla="*/ 126290 w 252931"/>
                  <a:gd name="connsiteY0" fmla="*/ 248356 h 248355"/>
                  <a:gd name="connsiteX1" fmla="*/ 0 w 252931"/>
                  <a:gd name="connsiteY1" fmla="*/ 124178 h 248355"/>
                  <a:gd name="connsiteX2" fmla="*/ 126290 w 252931"/>
                  <a:gd name="connsiteY2" fmla="*/ 0 h 248355"/>
                  <a:gd name="connsiteX3" fmla="*/ 252932 w 252931"/>
                  <a:gd name="connsiteY3" fmla="*/ 124178 h 248355"/>
                  <a:gd name="connsiteX4" fmla="*/ 126290 w 252931"/>
                  <a:gd name="connsiteY4" fmla="*/ 248356 h 248355"/>
                  <a:gd name="connsiteX5" fmla="*/ 126290 w 252931"/>
                  <a:gd name="connsiteY5" fmla="*/ 210900 h 248355"/>
                  <a:gd name="connsiteX6" fmla="*/ 210601 w 252931"/>
                  <a:gd name="connsiteY6" fmla="*/ 124178 h 248355"/>
                  <a:gd name="connsiteX7" fmla="*/ 126290 w 252931"/>
                  <a:gd name="connsiteY7" fmla="*/ 37456 h 248355"/>
                  <a:gd name="connsiteX8" fmla="*/ 42322 w 252931"/>
                  <a:gd name="connsiteY8" fmla="*/ 124178 h 248355"/>
                  <a:gd name="connsiteX9" fmla="*/ 126290 w 25293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31" h="248355">
                    <a:moveTo>
                      <a:pt x="126290" y="248356"/>
                    </a:moveTo>
                    <a:cubicBezTo>
                      <a:pt x="54267" y="248356"/>
                      <a:pt x="0" y="194702"/>
                      <a:pt x="0" y="124178"/>
                    </a:cubicBezTo>
                    <a:cubicBezTo>
                      <a:pt x="0" y="53653"/>
                      <a:pt x="54267" y="0"/>
                      <a:pt x="126290" y="0"/>
                    </a:cubicBezTo>
                    <a:cubicBezTo>
                      <a:pt x="198655" y="0"/>
                      <a:pt x="252932" y="53653"/>
                      <a:pt x="252932" y="124178"/>
                    </a:cubicBezTo>
                    <a:cubicBezTo>
                      <a:pt x="252932" y="194702"/>
                      <a:pt x="198655" y="248356"/>
                      <a:pt x="126290" y="248356"/>
                    </a:cubicBezTo>
                    <a:close/>
                    <a:moveTo>
                      <a:pt x="126290" y="210900"/>
                    </a:moveTo>
                    <a:cubicBezTo>
                      <a:pt x="173738" y="210900"/>
                      <a:pt x="210601" y="173444"/>
                      <a:pt x="210601" y="124178"/>
                    </a:cubicBezTo>
                    <a:cubicBezTo>
                      <a:pt x="210601" y="74574"/>
                      <a:pt x="173738" y="37456"/>
                      <a:pt x="126290" y="37456"/>
                    </a:cubicBezTo>
                    <a:cubicBezTo>
                      <a:pt x="78842" y="37456"/>
                      <a:pt x="42322" y="74574"/>
                      <a:pt x="42322" y="124178"/>
                    </a:cubicBezTo>
                    <a:cubicBezTo>
                      <a:pt x="42322" y="173781"/>
                      <a:pt x="78842" y="210900"/>
                      <a:pt x="126290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UMOVIO Office"/>
                  <a:ea typeface="+mn-ea"/>
                  <a:cs typeface="+mn-cs"/>
                </a:endParaRPr>
              </a:p>
            </p:txBody>
          </p:sp>
          <p:sp>
            <p:nvSpPr>
              <p:cNvPr id="16" name="Freihandform 15">
                <a:extLst>
                  <a:ext uri="{FF2B5EF4-FFF2-40B4-BE49-F238E27FC236}">
                    <a16:creationId xmlns:a16="http://schemas.microsoft.com/office/drawing/2014/main" id="{2C9FF7C9-EFF6-8C61-FE2C-B29AAAA11EA1}"/>
                  </a:ext>
                </a:extLst>
              </p:cNvPr>
              <p:cNvSpPr/>
              <p:nvPr/>
            </p:nvSpPr>
            <p:spPr>
              <a:xfrm>
                <a:off x="6693426" y="-783948"/>
                <a:ext cx="40961" cy="236207"/>
              </a:xfrm>
              <a:custGeom>
                <a:avLst/>
                <a:gdLst>
                  <a:gd name="connsiteX0" fmla="*/ 0 w 40961"/>
                  <a:gd name="connsiteY0" fmla="*/ 236208 h 236207"/>
                  <a:gd name="connsiteX1" fmla="*/ 0 w 40961"/>
                  <a:gd name="connsiteY1" fmla="*/ 0 h 236207"/>
                  <a:gd name="connsiteX2" fmla="*/ 40962 w 40961"/>
                  <a:gd name="connsiteY2" fmla="*/ 0 h 236207"/>
                  <a:gd name="connsiteX3" fmla="*/ 40962 w 40961"/>
                  <a:gd name="connsiteY3" fmla="*/ 236208 h 236207"/>
                  <a:gd name="connsiteX4" fmla="*/ 0 w 40961"/>
                  <a:gd name="connsiteY4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961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40962" y="0"/>
                    </a:lnTo>
                    <a:lnTo>
                      <a:pt x="40962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UMOVIO Office"/>
                  <a:ea typeface="+mn-ea"/>
                  <a:cs typeface="+mn-cs"/>
                </a:endParaRPr>
              </a:p>
            </p:txBody>
          </p:sp>
          <p:sp>
            <p:nvSpPr>
              <p:cNvPr id="17" name="Freihandform 16">
                <a:extLst>
                  <a:ext uri="{FF2B5EF4-FFF2-40B4-BE49-F238E27FC236}">
                    <a16:creationId xmlns:a16="http://schemas.microsoft.com/office/drawing/2014/main" id="{4256966B-507E-DD55-7648-9CCAC21F8721}"/>
                  </a:ext>
                </a:extLst>
              </p:cNvPr>
              <p:cNvSpPr/>
              <p:nvPr/>
            </p:nvSpPr>
            <p:spPr>
              <a:xfrm>
                <a:off x="6444783" y="-783948"/>
                <a:ext cx="227329" cy="236207"/>
              </a:xfrm>
              <a:custGeom>
                <a:avLst/>
                <a:gdLst>
                  <a:gd name="connsiteX0" fmla="*/ 77824 w 227329"/>
                  <a:gd name="connsiteY0" fmla="*/ 236208 h 236207"/>
                  <a:gd name="connsiteX1" fmla="*/ 0 w 227329"/>
                  <a:gd name="connsiteY1" fmla="*/ 0 h 236207"/>
                  <a:gd name="connsiteX2" fmla="*/ 43691 w 227329"/>
                  <a:gd name="connsiteY2" fmla="*/ 0 h 236207"/>
                  <a:gd name="connsiteX3" fmla="*/ 111615 w 227329"/>
                  <a:gd name="connsiteY3" fmla="*/ 220011 h 236207"/>
                  <a:gd name="connsiteX4" fmla="*/ 115030 w 227329"/>
                  <a:gd name="connsiteY4" fmla="*/ 220011 h 236207"/>
                  <a:gd name="connsiteX5" fmla="*/ 183638 w 227329"/>
                  <a:gd name="connsiteY5" fmla="*/ 0 h 236207"/>
                  <a:gd name="connsiteX6" fmla="*/ 227330 w 227329"/>
                  <a:gd name="connsiteY6" fmla="*/ 0 h 236207"/>
                  <a:gd name="connsiteX7" fmla="*/ 148478 w 227329"/>
                  <a:gd name="connsiteY7" fmla="*/ 236208 h 236207"/>
                  <a:gd name="connsiteX8" fmla="*/ 77824 w 227329"/>
                  <a:gd name="connsiteY8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7329" h="236207">
                    <a:moveTo>
                      <a:pt x="77824" y="236208"/>
                    </a:moveTo>
                    <a:lnTo>
                      <a:pt x="0" y="0"/>
                    </a:lnTo>
                    <a:lnTo>
                      <a:pt x="43691" y="0"/>
                    </a:lnTo>
                    <a:lnTo>
                      <a:pt x="111615" y="220011"/>
                    </a:lnTo>
                    <a:lnTo>
                      <a:pt x="115030" y="220011"/>
                    </a:lnTo>
                    <a:lnTo>
                      <a:pt x="183638" y="0"/>
                    </a:lnTo>
                    <a:lnTo>
                      <a:pt x="227330" y="0"/>
                    </a:lnTo>
                    <a:lnTo>
                      <a:pt x="148478" y="236208"/>
                    </a:lnTo>
                    <a:lnTo>
                      <a:pt x="77824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UMOVIO Office"/>
                  <a:ea typeface="+mn-ea"/>
                  <a:cs typeface="+mn-cs"/>
                </a:endParaRPr>
              </a:p>
            </p:txBody>
          </p:sp>
          <p:sp>
            <p:nvSpPr>
              <p:cNvPr id="18" name="Freihandform 17">
                <a:extLst>
                  <a:ext uri="{FF2B5EF4-FFF2-40B4-BE49-F238E27FC236}">
                    <a16:creationId xmlns:a16="http://schemas.microsoft.com/office/drawing/2014/main" id="{DA54C965-FE2A-E60A-5F1A-96BEEC811416}"/>
                  </a:ext>
                </a:extLst>
              </p:cNvPr>
              <p:cNvSpPr/>
              <p:nvPr/>
            </p:nvSpPr>
            <p:spPr>
              <a:xfrm>
                <a:off x="6188361" y="-790020"/>
                <a:ext cx="252941" cy="248355"/>
              </a:xfrm>
              <a:custGeom>
                <a:avLst/>
                <a:gdLst>
                  <a:gd name="connsiteX0" fmla="*/ 126299 w 252941"/>
                  <a:gd name="connsiteY0" fmla="*/ 248356 h 248355"/>
                  <a:gd name="connsiteX1" fmla="*/ 0 w 252941"/>
                  <a:gd name="connsiteY1" fmla="*/ 124178 h 248355"/>
                  <a:gd name="connsiteX2" fmla="*/ 126299 w 252941"/>
                  <a:gd name="connsiteY2" fmla="*/ 0 h 248355"/>
                  <a:gd name="connsiteX3" fmla="*/ 252941 w 252941"/>
                  <a:gd name="connsiteY3" fmla="*/ 124178 h 248355"/>
                  <a:gd name="connsiteX4" fmla="*/ 126299 w 252941"/>
                  <a:gd name="connsiteY4" fmla="*/ 248356 h 248355"/>
                  <a:gd name="connsiteX5" fmla="*/ 126299 w 252941"/>
                  <a:gd name="connsiteY5" fmla="*/ 210900 h 248355"/>
                  <a:gd name="connsiteX6" fmla="*/ 210610 w 252941"/>
                  <a:gd name="connsiteY6" fmla="*/ 124178 h 248355"/>
                  <a:gd name="connsiteX7" fmla="*/ 126299 w 252941"/>
                  <a:gd name="connsiteY7" fmla="*/ 37456 h 248355"/>
                  <a:gd name="connsiteX8" fmla="*/ 42331 w 252941"/>
                  <a:gd name="connsiteY8" fmla="*/ 124178 h 248355"/>
                  <a:gd name="connsiteX9" fmla="*/ 126299 w 25294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41" h="248355">
                    <a:moveTo>
                      <a:pt x="126299" y="248356"/>
                    </a:moveTo>
                    <a:cubicBezTo>
                      <a:pt x="54276" y="248356"/>
                      <a:pt x="0" y="194702"/>
                      <a:pt x="0" y="124178"/>
                    </a:cubicBezTo>
                    <a:cubicBezTo>
                      <a:pt x="0" y="53653"/>
                      <a:pt x="54276" y="0"/>
                      <a:pt x="126299" y="0"/>
                    </a:cubicBezTo>
                    <a:cubicBezTo>
                      <a:pt x="198665" y="0"/>
                      <a:pt x="252941" y="53653"/>
                      <a:pt x="252941" y="124178"/>
                    </a:cubicBezTo>
                    <a:cubicBezTo>
                      <a:pt x="252941" y="194702"/>
                      <a:pt x="198665" y="248356"/>
                      <a:pt x="126299" y="248356"/>
                    </a:cubicBezTo>
                    <a:close/>
                    <a:moveTo>
                      <a:pt x="126299" y="210900"/>
                    </a:moveTo>
                    <a:cubicBezTo>
                      <a:pt x="173747" y="210900"/>
                      <a:pt x="210610" y="173444"/>
                      <a:pt x="210610" y="124178"/>
                    </a:cubicBezTo>
                    <a:cubicBezTo>
                      <a:pt x="210610" y="74574"/>
                      <a:pt x="173747" y="37456"/>
                      <a:pt x="126299" y="37456"/>
                    </a:cubicBezTo>
                    <a:cubicBezTo>
                      <a:pt x="78852" y="37456"/>
                      <a:pt x="42331" y="74574"/>
                      <a:pt x="42331" y="124178"/>
                    </a:cubicBezTo>
                    <a:cubicBezTo>
                      <a:pt x="42331" y="173781"/>
                      <a:pt x="78852" y="210900"/>
                      <a:pt x="126299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UMOVIO Office"/>
                  <a:ea typeface="+mn-ea"/>
                  <a:cs typeface="+mn-cs"/>
                </a:endParaRPr>
              </a:p>
            </p:txBody>
          </p:sp>
          <p:sp>
            <p:nvSpPr>
              <p:cNvPr id="19" name="Freihandform 18">
                <a:extLst>
                  <a:ext uri="{FF2B5EF4-FFF2-40B4-BE49-F238E27FC236}">
                    <a16:creationId xmlns:a16="http://schemas.microsoft.com/office/drawing/2014/main" id="{B0768A78-5550-9F6D-B66E-BA3B5655D30B}"/>
                  </a:ext>
                </a:extLst>
              </p:cNvPr>
              <p:cNvSpPr/>
              <p:nvPr/>
            </p:nvSpPr>
            <p:spPr>
              <a:xfrm>
                <a:off x="5884690" y="-783948"/>
                <a:ext cx="270688" cy="236207"/>
              </a:xfrm>
              <a:custGeom>
                <a:avLst/>
                <a:gdLst>
                  <a:gd name="connsiteX0" fmla="*/ 0 w 270688"/>
                  <a:gd name="connsiteY0" fmla="*/ 236208 h 236207"/>
                  <a:gd name="connsiteX1" fmla="*/ 0 w 270688"/>
                  <a:gd name="connsiteY1" fmla="*/ 0 h 236207"/>
                  <a:gd name="connsiteX2" fmla="*/ 80897 w 270688"/>
                  <a:gd name="connsiteY2" fmla="*/ 0 h 236207"/>
                  <a:gd name="connsiteX3" fmla="*/ 132787 w 270688"/>
                  <a:gd name="connsiteY3" fmla="*/ 220011 h 236207"/>
                  <a:gd name="connsiteX4" fmla="*/ 136201 w 270688"/>
                  <a:gd name="connsiteY4" fmla="*/ 220011 h 236207"/>
                  <a:gd name="connsiteX5" fmla="*/ 193540 w 270688"/>
                  <a:gd name="connsiteY5" fmla="*/ 0 h 236207"/>
                  <a:gd name="connsiteX6" fmla="*/ 270689 w 270688"/>
                  <a:gd name="connsiteY6" fmla="*/ 0 h 236207"/>
                  <a:gd name="connsiteX7" fmla="*/ 270689 w 270688"/>
                  <a:gd name="connsiteY7" fmla="*/ 236208 h 236207"/>
                  <a:gd name="connsiteX8" fmla="*/ 229727 w 270688"/>
                  <a:gd name="connsiteY8" fmla="*/ 236208 h 236207"/>
                  <a:gd name="connsiteX9" fmla="*/ 229727 w 270688"/>
                  <a:gd name="connsiteY9" fmla="*/ 16197 h 236207"/>
                  <a:gd name="connsiteX10" fmla="*/ 225628 w 270688"/>
                  <a:gd name="connsiteY10" fmla="*/ 16197 h 236207"/>
                  <a:gd name="connsiteX11" fmla="*/ 169307 w 270688"/>
                  <a:gd name="connsiteY11" fmla="*/ 236208 h 236207"/>
                  <a:gd name="connsiteX12" fmla="*/ 98653 w 270688"/>
                  <a:gd name="connsiteY12" fmla="*/ 236208 h 236207"/>
                  <a:gd name="connsiteX13" fmla="*/ 45062 w 270688"/>
                  <a:gd name="connsiteY13" fmla="*/ 16197 h 236207"/>
                  <a:gd name="connsiteX14" fmla="*/ 40963 w 270688"/>
                  <a:gd name="connsiteY14" fmla="*/ 16197 h 236207"/>
                  <a:gd name="connsiteX15" fmla="*/ 40963 w 270688"/>
                  <a:gd name="connsiteY15" fmla="*/ 236208 h 236207"/>
                  <a:gd name="connsiteX16" fmla="*/ 0 w 270688"/>
                  <a:gd name="connsiteY16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70688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80897" y="0"/>
                    </a:lnTo>
                    <a:lnTo>
                      <a:pt x="132787" y="220011"/>
                    </a:lnTo>
                    <a:lnTo>
                      <a:pt x="136201" y="220011"/>
                    </a:lnTo>
                    <a:lnTo>
                      <a:pt x="193540" y="0"/>
                    </a:lnTo>
                    <a:lnTo>
                      <a:pt x="270689" y="0"/>
                    </a:lnTo>
                    <a:lnTo>
                      <a:pt x="270689" y="236208"/>
                    </a:lnTo>
                    <a:lnTo>
                      <a:pt x="229727" y="236208"/>
                    </a:lnTo>
                    <a:lnTo>
                      <a:pt x="229727" y="16197"/>
                    </a:lnTo>
                    <a:lnTo>
                      <a:pt x="225628" y="16197"/>
                    </a:lnTo>
                    <a:lnTo>
                      <a:pt x="169307" y="236208"/>
                    </a:lnTo>
                    <a:lnTo>
                      <a:pt x="98653" y="236208"/>
                    </a:lnTo>
                    <a:lnTo>
                      <a:pt x="45062" y="16197"/>
                    </a:lnTo>
                    <a:lnTo>
                      <a:pt x="40963" y="16197"/>
                    </a:lnTo>
                    <a:lnTo>
                      <a:pt x="40963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UMOVIO Office"/>
                  <a:ea typeface="+mn-ea"/>
                  <a:cs typeface="+mn-cs"/>
                </a:endParaRPr>
              </a:p>
            </p:txBody>
          </p:sp>
          <p:sp>
            <p:nvSpPr>
              <p:cNvPr id="20" name="Freihandform 19">
                <a:extLst>
                  <a:ext uri="{FF2B5EF4-FFF2-40B4-BE49-F238E27FC236}">
                    <a16:creationId xmlns:a16="http://schemas.microsoft.com/office/drawing/2014/main" id="{14A796AA-6DB6-3619-C634-1E8C77796D3E}"/>
                  </a:ext>
                </a:extLst>
              </p:cNvPr>
              <p:cNvSpPr/>
              <p:nvPr/>
            </p:nvSpPr>
            <p:spPr>
              <a:xfrm>
                <a:off x="5644870" y="-783948"/>
                <a:ext cx="197298" cy="241944"/>
              </a:xfrm>
              <a:custGeom>
                <a:avLst/>
                <a:gdLst>
                  <a:gd name="connsiteX0" fmla="*/ 98307 w 197298"/>
                  <a:gd name="connsiteY0" fmla="*/ 241944 h 241944"/>
                  <a:gd name="connsiteX1" fmla="*/ 0 w 197298"/>
                  <a:gd name="connsiteY1" fmla="*/ 146449 h 241944"/>
                  <a:gd name="connsiteX2" fmla="*/ 0 w 197298"/>
                  <a:gd name="connsiteY2" fmla="*/ 0 h 241944"/>
                  <a:gd name="connsiteX3" fmla="*/ 40964 w 197298"/>
                  <a:gd name="connsiteY3" fmla="*/ 0 h 241944"/>
                  <a:gd name="connsiteX4" fmla="*/ 40964 w 197298"/>
                  <a:gd name="connsiteY4" fmla="*/ 143749 h 241944"/>
                  <a:gd name="connsiteX5" fmla="*/ 98648 w 197298"/>
                  <a:gd name="connsiteY5" fmla="*/ 205163 h 241944"/>
                  <a:gd name="connsiteX6" fmla="*/ 156336 w 197298"/>
                  <a:gd name="connsiteY6" fmla="*/ 143749 h 241944"/>
                  <a:gd name="connsiteX7" fmla="*/ 156336 w 197298"/>
                  <a:gd name="connsiteY7" fmla="*/ 0 h 241944"/>
                  <a:gd name="connsiteX8" fmla="*/ 197298 w 197298"/>
                  <a:gd name="connsiteY8" fmla="*/ 0 h 241944"/>
                  <a:gd name="connsiteX9" fmla="*/ 197298 w 197298"/>
                  <a:gd name="connsiteY9" fmla="*/ 146449 h 241944"/>
                  <a:gd name="connsiteX10" fmla="*/ 98307 w 197298"/>
                  <a:gd name="connsiteY10" fmla="*/ 241944 h 241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7298" h="241944">
                    <a:moveTo>
                      <a:pt x="98307" y="241944"/>
                    </a:moveTo>
                    <a:cubicBezTo>
                      <a:pt x="35499" y="241944"/>
                      <a:pt x="0" y="206513"/>
                      <a:pt x="0" y="146449"/>
                    </a:cubicBezTo>
                    <a:lnTo>
                      <a:pt x="0" y="0"/>
                    </a:lnTo>
                    <a:lnTo>
                      <a:pt x="40964" y="0"/>
                    </a:lnTo>
                    <a:lnTo>
                      <a:pt x="40964" y="143749"/>
                    </a:lnTo>
                    <a:cubicBezTo>
                      <a:pt x="40964" y="181542"/>
                      <a:pt x="60076" y="205163"/>
                      <a:pt x="98648" y="205163"/>
                    </a:cubicBezTo>
                    <a:cubicBezTo>
                      <a:pt x="137222" y="205163"/>
                      <a:pt x="156336" y="181542"/>
                      <a:pt x="156336" y="143749"/>
                    </a:cubicBezTo>
                    <a:lnTo>
                      <a:pt x="156336" y="0"/>
                    </a:lnTo>
                    <a:lnTo>
                      <a:pt x="197298" y="0"/>
                    </a:lnTo>
                    <a:lnTo>
                      <a:pt x="197298" y="146449"/>
                    </a:lnTo>
                    <a:cubicBezTo>
                      <a:pt x="197298" y="206850"/>
                      <a:pt x="161796" y="241944"/>
                      <a:pt x="98307" y="241944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UMOVIO Office"/>
                  <a:ea typeface="+mn-ea"/>
                  <a:cs typeface="+mn-cs"/>
                </a:endParaRPr>
              </a:p>
            </p:txBody>
          </p:sp>
          <p:sp>
            <p:nvSpPr>
              <p:cNvPr id="21" name="Freihandform 20">
                <a:extLst>
                  <a:ext uri="{FF2B5EF4-FFF2-40B4-BE49-F238E27FC236}">
                    <a16:creationId xmlns:a16="http://schemas.microsoft.com/office/drawing/2014/main" id="{4B4A18FB-86B5-D41B-5CBD-8621999CC501}"/>
                  </a:ext>
                </a:extLst>
              </p:cNvPr>
              <p:cNvSpPr/>
              <p:nvPr/>
            </p:nvSpPr>
            <p:spPr>
              <a:xfrm>
                <a:off x="5396922" y="-783948"/>
                <a:ext cx="229040" cy="236207"/>
              </a:xfrm>
              <a:custGeom>
                <a:avLst/>
                <a:gdLst>
                  <a:gd name="connsiteX0" fmla="*/ 0 w 229040"/>
                  <a:gd name="connsiteY0" fmla="*/ 236208 h 236207"/>
                  <a:gd name="connsiteX1" fmla="*/ 77483 w 229040"/>
                  <a:gd name="connsiteY1" fmla="*/ 0 h 236207"/>
                  <a:gd name="connsiteX2" fmla="*/ 151898 w 229040"/>
                  <a:gd name="connsiteY2" fmla="*/ 0 h 236207"/>
                  <a:gd name="connsiteX3" fmla="*/ 229041 w 229040"/>
                  <a:gd name="connsiteY3" fmla="*/ 236208 h 236207"/>
                  <a:gd name="connsiteX4" fmla="*/ 185689 w 229040"/>
                  <a:gd name="connsiteY4" fmla="*/ 236208 h 236207"/>
                  <a:gd name="connsiteX5" fmla="*/ 167940 w 229040"/>
                  <a:gd name="connsiteY5" fmla="*/ 180530 h 236207"/>
                  <a:gd name="connsiteX6" fmla="*/ 60760 w 229040"/>
                  <a:gd name="connsiteY6" fmla="*/ 180530 h 236207"/>
                  <a:gd name="connsiteX7" fmla="*/ 43349 w 229040"/>
                  <a:gd name="connsiteY7" fmla="*/ 236208 h 236207"/>
                  <a:gd name="connsiteX8" fmla="*/ 0 w 229040"/>
                  <a:gd name="connsiteY8" fmla="*/ 236208 h 236207"/>
                  <a:gd name="connsiteX9" fmla="*/ 70998 w 229040"/>
                  <a:gd name="connsiteY9" fmla="*/ 147799 h 236207"/>
                  <a:gd name="connsiteX10" fmla="*/ 157699 w 229040"/>
                  <a:gd name="connsiteY10" fmla="*/ 147799 h 236207"/>
                  <a:gd name="connsiteX11" fmla="*/ 115714 w 229040"/>
                  <a:gd name="connsiteY11" fmla="*/ 16197 h 236207"/>
                  <a:gd name="connsiteX12" fmla="*/ 112302 w 229040"/>
                  <a:gd name="connsiteY12" fmla="*/ 16197 h 236207"/>
                  <a:gd name="connsiteX13" fmla="*/ 70998 w 229040"/>
                  <a:gd name="connsiteY13" fmla="*/ 147799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29040" h="236207">
                    <a:moveTo>
                      <a:pt x="0" y="236208"/>
                    </a:moveTo>
                    <a:lnTo>
                      <a:pt x="77483" y="0"/>
                    </a:lnTo>
                    <a:lnTo>
                      <a:pt x="151898" y="0"/>
                    </a:lnTo>
                    <a:lnTo>
                      <a:pt x="229041" y="236208"/>
                    </a:lnTo>
                    <a:lnTo>
                      <a:pt x="185689" y="236208"/>
                    </a:lnTo>
                    <a:lnTo>
                      <a:pt x="167940" y="180530"/>
                    </a:lnTo>
                    <a:lnTo>
                      <a:pt x="60760" y="180530"/>
                    </a:lnTo>
                    <a:lnTo>
                      <a:pt x="43349" y="236208"/>
                    </a:lnTo>
                    <a:lnTo>
                      <a:pt x="0" y="236208"/>
                    </a:lnTo>
                    <a:close/>
                    <a:moveTo>
                      <a:pt x="70998" y="147799"/>
                    </a:moveTo>
                    <a:lnTo>
                      <a:pt x="157699" y="147799"/>
                    </a:lnTo>
                    <a:lnTo>
                      <a:pt x="115714" y="16197"/>
                    </a:lnTo>
                    <a:lnTo>
                      <a:pt x="112302" y="16197"/>
                    </a:lnTo>
                    <a:lnTo>
                      <a:pt x="70998" y="147799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UMOVIO Office"/>
                  <a:ea typeface="+mn-ea"/>
                  <a:cs typeface="+mn-cs"/>
                </a:endParaRPr>
              </a:p>
            </p:txBody>
          </p:sp>
        </p:grpSp>
      </p:grpSp>
      <p:sp>
        <p:nvSpPr>
          <p:cNvPr id="8" name="Textfeld 7">
            <a:extLst>
              <a:ext uri="{FF2B5EF4-FFF2-40B4-BE49-F238E27FC236}">
                <a16:creationId xmlns:a16="http://schemas.microsoft.com/office/drawing/2014/main" id="{208BFFAD-40F1-BE00-EE44-C6A9CBCE2FF0}"/>
              </a:ext>
            </a:extLst>
          </p:cNvPr>
          <p:cNvSpPr txBox="1"/>
          <p:nvPr userDrawn="1"/>
        </p:nvSpPr>
        <p:spPr>
          <a:xfrm>
            <a:off x="3268874" y="6411505"/>
            <a:ext cx="755015" cy="131035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827AF"/>
                </a:solidFill>
                <a:effectLst/>
                <a:uLnTx/>
                <a:uFillTx/>
                <a:latin typeface="AUMOVIO Office"/>
                <a:ea typeface="+mn-ea"/>
                <a:cs typeface="+mn-cs"/>
              </a:rPr>
              <a:t>© AUMOVIO 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6DA5B4-FDCC-797C-F92F-74D08367D331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925312" y="66725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137952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1800" b="1" i="0" kern="1200">
          <a:solidFill>
            <a:schemeClr val="tx1"/>
          </a:solidFill>
          <a:latin typeface="+mn-lt"/>
          <a:ea typeface="AUMOVIO Office" panose="020B0502040504020204" pitchFamily="34" charset="0"/>
          <a:cs typeface="AUMOVIO Office" panose="020B0502040504020204" pitchFamily="34" charset="0"/>
        </a:defRPr>
      </a:lvl1pPr>
      <a:lvl2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69875" indent="-26352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Symbol" pitchFamily="2" charset="2"/>
        <a:buChar char="-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447675" indent="-1778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633600" indent="-1764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◦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633600" indent="-1764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◦"/>
        <a:defRPr lang="en-US" sz="18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633600" indent="-1764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633600" indent="-1764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633600" indent="-1764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2" pos="211">
          <p15:clr>
            <a:srgbClr val="F26B43"/>
          </p15:clr>
        </p15:guide>
        <p15:guide id="3" pos="7469">
          <p15:clr>
            <a:srgbClr val="F26B43"/>
          </p15:clr>
        </p15:guide>
        <p15:guide id="4" orient="horz" pos="4110">
          <p15:clr>
            <a:srgbClr val="F26B43"/>
          </p15:clr>
        </p15:guide>
        <p15:guide id="5" orient="horz" pos="38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CBC271A-55FB-4881-D5C4-030729C9A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 err="1"/>
              <a:t>EDBMonitor</a:t>
            </a:r>
            <a:endParaRPr lang="zh-CN" alt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D0A445D-A235-339F-CFB5-D67BAA400B9E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en-US" altLang="zh-CN" dirty="0"/>
              <a:t>Before</a:t>
            </a: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A No systematized management</a:t>
            </a: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B </a:t>
            </a:r>
            <a:r>
              <a:rPr lang="en-US" altLang="zh-CN" dirty="0">
                <a:solidFill>
                  <a:srgbClr val="181818"/>
                </a:solidFill>
                <a:latin typeface="Arial" panose="020B0604020202020204" pitchFamily="34" charset="0"/>
              </a:rPr>
              <a:t>Not Visualization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C Manual Check</a:t>
            </a: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zh-CN" alt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03AF658-D67B-8A01-E025-8B4D3C7460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background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C5A562-D3A8-260E-3D52-ECCBF7C7E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213" y="3043347"/>
            <a:ext cx="4487085" cy="2572735"/>
          </a:xfrm>
          <a:prstGeom prst="rect">
            <a:avLst/>
          </a:prstGeom>
        </p:spPr>
      </p:pic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8F224E63-E655-A3D5-B2F1-814013490E16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US" altLang="zh-CN" dirty="0"/>
              <a:t>After</a:t>
            </a:r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1 </a:t>
            </a:r>
            <a:r>
              <a:rPr lang="en-US" altLang="zh-CN" b="0" dirty="0">
                <a:solidFill>
                  <a:srgbClr val="181818"/>
                </a:solidFill>
                <a:latin typeface="Arial" panose="020B0604020202020204" pitchFamily="34" charset="0"/>
              </a:rPr>
              <a:t>Visualization</a:t>
            </a: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2 </a:t>
            </a:r>
            <a:r>
              <a:rPr lang="en-US" altLang="zh-CN" b="0" dirty="0">
                <a:solidFill>
                  <a:srgbClr val="181818"/>
                </a:solidFill>
                <a:latin typeface="Arial" panose="020B0604020202020204" pitchFamily="34" charset="0"/>
              </a:rPr>
              <a:t>S</a:t>
            </a:r>
            <a:r>
              <a:rPr lang="en-US" altLang="zh-CN" dirty="0">
                <a:solidFill>
                  <a:srgbClr val="181818"/>
                </a:solidFill>
                <a:latin typeface="Arial" panose="020B0604020202020204" pitchFamily="34" charset="0"/>
              </a:rPr>
              <a:t>ystematized management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3 Email Notification</a:t>
            </a:r>
          </a:p>
          <a:p>
            <a:endParaRPr lang="zh-CN" alt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E47005E-BAAE-3452-F8E6-7A109811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917" y="3043346"/>
            <a:ext cx="5183870" cy="257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215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4342F5-5015-38E1-A868-78AFEFEBF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 err="1"/>
              <a:t>EDBMonitor</a:t>
            </a:r>
            <a:endParaRPr lang="zh-CN" alt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622426-4D3B-7D08-7846-233A6B41D8F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34963" y="1341438"/>
            <a:ext cx="2097341" cy="4824412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A</a:t>
            </a: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B</a:t>
            </a: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C</a:t>
            </a: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zh-CN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895150-A4C3-9C87-50FF-D5BB17188B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structure</a:t>
            </a:r>
            <a:endParaRPr lang="zh-CN" altLang="en-US" dirty="0"/>
          </a:p>
        </p:txBody>
      </p:sp>
      <p:pic>
        <p:nvPicPr>
          <p:cNvPr id="14" name="Content Placeholder 10">
            <a:extLst>
              <a:ext uri="{FF2B5EF4-FFF2-40B4-BE49-F238E27FC236}">
                <a16:creationId xmlns:a16="http://schemas.microsoft.com/office/drawing/2014/main" id="{F9FF7519-F25B-00AD-216F-F24B60E93E37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2"/>
          <a:stretch>
            <a:fillRect/>
          </a:stretch>
        </p:blipFill>
        <p:spPr>
          <a:xfrm>
            <a:off x="3195661" y="1341437"/>
            <a:ext cx="7911323" cy="481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F41CB-F48E-6B95-E5AE-8DCDA0022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D9AFC5-1A3F-D5F9-AE40-BB9FFD70A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827AF"/>
                </a:solidFill>
                <a:effectLst/>
                <a:uLnTx/>
                <a:uFillTx/>
                <a:latin typeface="AUMOVIO Office"/>
                <a:ea typeface="+mn-ea"/>
                <a:cs typeface="+mn-cs"/>
              </a:rPr>
              <a:t>September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D5B12-C59F-E9D5-CEAF-5348BBE13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827AF"/>
                </a:solidFill>
                <a:effectLst/>
                <a:uLnTx/>
                <a:uFillTx/>
                <a:latin typeface="AUMOVIO Office"/>
                <a:ea typeface="+mn-ea"/>
                <a:cs typeface="+mn-cs"/>
              </a:rPr>
              <a:t>Company Presentation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867191-3142-DB2F-1942-53EEE0720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AA9976-F1F1-4B61-8A7D-E40EF9C545B2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4827AF"/>
                </a:solidFill>
                <a:effectLst/>
                <a:uLnTx/>
                <a:uFillTx/>
                <a:latin typeface="AUMOVIO Offic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827AF"/>
              </a:solidFill>
              <a:effectLst/>
              <a:uLnTx/>
              <a:uFillTx/>
              <a:latin typeface="AUMOVIO Office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B4E0A5-DEE3-EF74-D5C5-3254565F4A5B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0B2A189-5AA3-5DA5-8A55-0C11D398861A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DEE60A0-7F6E-5DD1-DD4A-36DE04748F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575101"/>
      </p:ext>
    </p:extLst>
  </p:cSld>
  <p:clrMapOvr>
    <a:masterClrMapping/>
  </p:clrMapOvr>
</p:sld>
</file>

<file path=ppt/theme/theme1.xml><?xml version="1.0" encoding="utf-8"?>
<a:theme xmlns:a="http://schemas.openxmlformats.org/drawingml/2006/main" name="AUMOVIO SE 2025, 16x9">
  <a:themeElements>
    <a:clrScheme name="AUMOVIO 2025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4208"/>
      </a:accent1>
      <a:accent2>
        <a:srgbClr val="FFB7A1"/>
      </a:accent2>
      <a:accent3>
        <a:srgbClr val="4827AF"/>
      </a:accent3>
      <a:accent4>
        <a:srgbClr val="A08AE5"/>
      </a:accent4>
      <a:accent5>
        <a:srgbClr val="18A9E7"/>
      </a:accent5>
      <a:accent6>
        <a:srgbClr val="A3DDF5"/>
      </a:accent6>
      <a:hlink>
        <a:srgbClr val="4827AF"/>
      </a:hlink>
      <a:folHlink>
        <a:srgbClr val="4827AF"/>
      </a:folHlink>
    </a:clrScheme>
    <a:fontScheme name="AUMOVIO Office 2025">
      <a:majorFont>
        <a:latin typeface="AUMOVIO Office"/>
        <a:ea typeface=""/>
        <a:cs typeface=""/>
      </a:majorFont>
      <a:minorFont>
        <a:latin typeface="AUMOVIO Offic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Orange500">
      <a:srgbClr val="DA3806"/>
    </a:custClr>
    <a:custClr name="Purple500">
      <a:srgbClr val="341C7D"/>
    </a:custClr>
    <a:custClr name="Blue500">
      <a:srgbClr val="1B8DBE"/>
    </a:custClr>
    <a:custClr name="Turquoise500">
      <a:srgbClr val="16B69E"/>
    </a:custClr>
    <a:custClr name="Yellow500">
      <a:srgbClr val="AEA633"/>
    </a:custClr>
    <a:custClr name="Grey500">
      <a:srgbClr val="787878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Aumovio-Orange">
      <a:srgbClr val="FF4208"/>
    </a:custClr>
    <a:custClr name="Aumovio-Purple">
      <a:srgbClr val="4827AF"/>
    </a:custClr>
    <a:custClr name="Blue400">
      <a:srgbClr val="18A9E7"/>
    </a:custClr>
    <a:custClr name="Turquoise400">
      <a:srgbClr val="12CAAE"/>
    </a:custClr>
    <a:custClr name="Yellow400">
      <a:srgbClr val="CEC43A"/>
    </a:custClr>
    <a:custClr name="Grey400">
      <a:srgbClr val="AAAAAA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Orange300">
      <a:srgbClr val="FF693B"/>
    </a:custClr>
    <a:custClr name="Purple300">
      <a:srgbClr val="5C37D2"/>
    </a:custClr>
    <a:custClr name="Blue300">
      <a:srgbClr val="46BAEC"/>
    </a:custClr>
    <a:custClr name="Turquoise300">
      <a:srgbClr val="12E3C3"/>
    </a:custClr>
    <a:custClr name="Yellow300">
      <a:srgbClr val="D8D063"/>
    </a:custClr>
    <a:custClr name="Grey300">
      <a:srgbClr val="C8C8C8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Orange200">
      <a:srgbClr val="FF906E"/>
    </a:custClr>
    <a:custClr name="Purple200">
      <a:srgbClr val="7E60DC"/>
    </a:custClr>
    <a:custClr name="Blue200">
      <a:srgbClr val="75CCF0"/>
    </a:custClr>
    <a:custClr name="Turquoise200">
      <a:srgbClr val="68F3DE"/>
    </a:custClr>
    <a:custClr name="Yellow200">
      <a:srgbClr val="E2DD8C"/>
    </a:custClr>
    <a:custClr name="Grey200">
      <a:srgbClr val="DCDCDC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Orange100">
      <a:srgbClr val="FFB7A1"/>
    </a:custClr>
    <a:custClr name="Purple100">
      <a:srgbClr val="A08AE5"/>
    </a:custClr>
    <a:custClr name="Blue100">
      <a:srgbClr val="A3DDF5"/>
    </a:custClr>
    <a:custClr name="Turquoise100">
      <a:srgbClr val="A1F7EA"/>
    </a:custClr>
    <a:custClr name="Yellow100">
      <a:srgbClr val="ECE9B5"/>
    </a:custClr>
    <a:custClr name="Grey100">
      <a:srgbClr val="F0F0F0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006a9c5-d130-408c-bc8e-3b5ecdb17aa0}" enabled="1" method="Standard" siteId="{8d4b558f-7b2e-40ba-ad1f-e04d79e6265a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等线</vt:lpstr>
      <vt:lpstr>Arial</vt:lpstr>
      <vt:lpstr>AUMOVIO Office</vt:lpstr>
      <vt:lpstr>Symbol</vt:lpstr>
      <vt:lpstr>Wingdings</vt:lpstr>
      <vt:lpstr>AUMOVIO SE 2025, 16x9</vt:lpstr>
      <vt:lpstr>EDBMonitor</vt:lpstr>
      <vt:lpstr>EDBMonitor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Ji, Fengxiang</dc:creator>
  <cp:lastModifiedBy>Ji, Fengxiang</cp:lastModifiedBy>
  <cp:revision>8</cp:revision>
  <dcterms:created xsi:type="dcterms:W3CDTF">2025-09-23T02:37:09Z</dcterms:created>
  <dcterms:modified xsi:type="dcterms:W3CDTF">2025-09-24T09:26:06Z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Internal</vt:lpwstr>
  </property>
</Properties>
</file>